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15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171" autoAdjust="0"/>
  </p:normalViewPr>
  <p:slideViewPr>
    <p:cSldViewPr>
      <p:cViewPr varScale="1">
        <p:scale>
          <a:sx n="77" d="100"/>
          <a:sy n="77" d="100"/>
        </p:scale>
        <p:origin x="-117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00B6E5-0A21-40C4-9B98-183DA13712C7}" type="datetimeFigureOut">
              <a:rPr lang="ru-RU" smtClean="0"/>
              <a:t>27.11.2020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BE3EC-3293-42FF-9A32-1C7FC5E070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128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FBE3EC-3293-42FF-9A32-1C7FC5E070B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5742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AD76A-C385-4294-9F47-095E1D8960AB}" type="datetime1">
              <a:rPr lang="ru-RU" smtClean="0"/>
              <a:t>27.11.2020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1EBB5F-2246-44D4-985C-BA03104D7D90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0A662-C48E-45D1-AEBF-5E6AB8FB6184}" type="datetime1">
              <a:rPr lang="ru-RU" smtClean="0"/>
              <a:t>27.11.2020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FD0D-B6DA-459D-9F6E-30ED5AF76B8B}" type="datetime1">
              <a:rPr lang="ru-RU" smtClean="0"/>
              <a:t>27.11.2020</a:t>
            </a:fld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9C81B-0C3C-4A42-B847-A9E5DAEBD429}" type="datetime1">
              <a:rPr lang="ru-RU" smtClean="0"/>
              <a:t>27.11.2020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F5C3F-01D5-4457-8884-F4C82CEFFA83}" type="datetime1">
              <a:rPr lang="ru-RU" smtClean="0"/>
              <a:t>27.11.2020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F1CDA-37BF-4685-9A90-FB620375AB49}" type="datetime1">
              <a:rPr lang="ru-RU" smtClean="0"/>
              <a:t>27.11.2020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974D-F497-4EF9-B691-7876E84A9CCC}" type="datetime1">
              <a:rPr lang="ru-RU" smtClean="0"/>
              <a:t>27.11.2020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A97C-F6D4-40B1-873E-089817189F78}" type="datetime1">
              <a:rPr lang="ru-RU" smtClean="0"/>
              <a:t>27.11.2020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4F6EF-963A-43F4-B51A-FBD0CC1A0D11}" type="datetime1">
              <a:rPr lang="ru-RU" smtClean="0"/>
              <a:t>27.11.2020</a:t>
            </a:fld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3EEE-44A7-44A2-8836-D399E955D112}" type="datetime1">
              <a:rPr lang="ru-RU" smtClean="0"/>
              <a:t>27.11.2020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F2FCC-1788-4A72-915C-C99233FFA254}" type="datetime1">
              <a:rPr lang="ru-RU" smtClean="0"/>
              <a:t>27.11.2020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D5D5652-1173-4D09-9464-EAB87D916DDF}" type="datetime1">
              <a:rPr lang="ru-RU" smtClean="0"/>
              <a:t>27.11.2020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B1EBB5F-2246-44D4-985C-BA03104D7D9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99592" y="3429000"/>
            <a:ext cx="6400800" cy="1752600"/>
          </a:xfrm>
        </p:spPr>
        <p:txBody>
          <a:bodyPr/>
          <a:lstStyle/>
          <a:p>
            <a:pPr algn="r"/>
            <a:r>
              <a:rPr lang="ru-RU" i="1" dirty="0" smtClean="0">
                <a:solidFill>
                  <a:schemeClr val="tx1"/>
                </a:solidFill>
              </a:rPr>
              <a:t>Группа: </a:t>
            </a:r>
            <a:r>
              <a:rPr lang="en-US" i="1" dirty="0">
                <a:solidFill>
                  <a:schemeClr val="tx1"/>
                </a:solidFill>
              </a:rPr>
              <a:t>T12O-101</a:t>
            </a:r>
            <a:r>
              <a:rPr lang="ru-RU" i="1" dirty="0" smtClean="0">
                <a:solidFill>
                  <a:schemeClr val="tx1"/>
                </a:solidFill>
              </a:rPr>
              <a:t>М-20</a:t>
            </a:r>
          </a:p>
          <a:p>
            <a:pPr algn="r"/>
            <a:r>
              <a:rPr lang="ru-RU" i="1" dirty="0" smtClean="0">
                <a:solidFill>
                  <a:schemeClr val="tx1"/>
                </a:solidFill>
              </a:rPr>
              <a:t>Студент: </a:t>
            </a:r>
            <a:r>
              <a:rPr lang="ru-RU" i="1" dirty="0" err="1" smtClean="0">
                <a:solidFill>
                  <a:schemeClr val="tx1"/>
                </a:solidFill>
              </a:rPr>
              <a:t>Мацыкина</a:t>
            </a:r>
            <a:r>
              <a:rPr lang="ru-RU" i="1" dirty="0" smtClean="0">
                <a:solidFill>
                  <a:schemeClr val="tx1"/>
                </a:solidFill>
              </a:rPr>
              <a:t> А.С.</a:t>
            </a:r>
          </a:p>
          <a:p>
            <a:pPr algn="r"/>
            <a:r>
              <a:rPr lang="ru-RU" i="1" dirty="0">
                <a:solidFill>
                  <a:schemeClr val="tx1"/>
                </a:solidFill>
              </a:rPr>
              <a:t>Руководитель: </a:t>
            </a:r>
            <a:r>
              <a:rPr lang="ru-RU" i="1" dirty="0" err="1">
                <a:solidFill>
                  <a:schemeClr val="tx1"/>
                </a:solidFill>
              </a:rPr>
              <a:t>Поповкин</a:t>
            </a:r>
            <a:r>
              <a:rPr lang="ru-RU" i="1" dirty="0">
                <a:solidFill>
                  <a:schemeClr val="tx1"/>
                </a:solidFill>
              </a:rPr>
              <a:t> </a:t>
            </a:r>
            <a:r>
              <a:rPr lang="ru-RU" i="1" dirty="0" smtClean="0">
                <a:solidFill>
                  <a:schemeClr val="tx1"/>
                </a:solidFill>
              </a:rPr>
              <a:t>А. В.</a:t>
            </a:r>
            <a:endParaRPr lang="ru-RU" i="1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404664"/>
            <a:ext cx="7772400" cy="2304256"/>
          </a:xfrm>
        </p:spPr>
        <p:txBody>
          <a:bodyPr>
            <a:normAutofit/>
          </a:bodyPr>
          <a:lstStyle/>
          <a:p>
            <a:r>
              <a:rPr lang="ru-RU" i="1" dirty="0" smtClean="0"/>
              <a:t>Семестровый проект</a:t>
            </a:r>
            <a:br>
              <a:rPr lang="ru-RU" i="1" dirty="0" smtClean="0"/>
            </a:br>
            <a:r>
              <a:rPr lang="ru-RU" i="1" dirty="0" smtClean="0"/>
              <a:t/>
            </a:r>
            <a:br>
              <a:rPr lang="ru-RU" i="1" dirty="0" smtClean="0"/>
            </a:br>
            <a:r>
              <a:rPr lang="ru-RU" sz="2000" i="1" dirty="0"/>
              <a:t>тема: Подключение к БД </a:t>
            </a:r>
            <a:r>
              <a:rPr lang="ru-RU" sz="2000" i="1" dirty="0" err="1"/>
              <a:t>MySQL</a:t>
            </a:r>
            <a:r>
              <a:rPr lang="ru-RU" sz="2000" i="1" dirty="0"/>
              <a:t> из </a:t>
            </a:r>
            <a:r>
              <a:rPr lang="ru-RU" sz="2000" i="1" dirty="0" err="1"/>
              <a:t>Python</a:t>
            </a:r>
            <a:r>
              <a:rPr lang="ru-RU" sz="2000" i="1" dirty="0"/>
              <a:t> и</a:t>
            </a:r>
            <a:br>
              <a:rPr lang="ru-RU" sz="2000" i="1" dirty="0"/>
            </a:br>
            <a:r>
              <a:rPr lang="ru-RU" sz="2000" i="1" dirty="0"/>
              <a:t>запись данных в БД из CSV файла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2044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содержание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Задание</a:t>
            </a:r>
          </a:p>
          <a:p>
            <a:r>
              <a:rPr lang="ru-RU" dirty="0" smtClean="0"/>
              <a:t>Методы и способы решения поставленных задач</a:t>
            </a:r>
          </a:p>
          <a:p>
            <a:pPr lvl="1"/>
            <a:r>
              <a:rPr lang="ru-RU" dirty="0" smtClean="0"/>
              <a:t>Регистрация в </a:t>
            </a:r>
            <a:r>
              <a:rPr lang="en-US" dirty="0" smtClean="0"/>
              <a:t>Oracle Cloud</a:t>
            </a:r>
          </a:p>
          <a:p>
            <a:pPr lvl="1"/>
            <a:r>
              <a:rPr lang="ru-RU" dirty="0"/>
              <a:t>Запуск системы обслуживания баз данных </a:t>
            </a:r>
            <a:r>
              <a:rPr lang="ru-RU" dirty="0" err="1"/>
              <a:t>MySQL</a:t>
            </a:r>
            <a:endParaRPr lang="ru-RU" dirty="0"/>
          </a:p>
          <a:p>
            <a:pPr lvl="2"/>
            <a:r>
              <a:rPr lang="ru-RU" dirty="0"/>
              <a:t>Создание </a:t>
            </a:r>
            <a:r>
              <a:rPr lang="ru-RU" dirty="0" smtClean="0"/>
              <a:t>отделения</a:t>
            </a:r>
            <a:endParaRPr lang="en-US" dirty="0" smtClean="0"/>
          </a:p>
          <a:p>
            <a:pPr lvl="2"/>
            <a:r>
              <a:rPr lang="ru-RU" dirty="0" smtClean="0"/>
              <a:t>Создание политик</a:t>
            </a:r>
          </a:p>
          <a:p>
            <a:pPr lvl="2"/>
            <a:r>
              <a:rPr lang="ru-RU" dirty="0" smtClean="0"/>
              <a:t>Создание виртуальных облачных сетей и подсетей</a:t>
            </a:r>
          </a:p>
          <a:p>
            <a:pPr lvl="2"/>
            <a:r>
              <a:rPr lang="ru-RU" dirty="0"/>
              <a:t>Создание системы БД </a:t>
            </a:r>
            <a:r>
              <a:rPr lang="en-US" dirty="0" smtClean="0"/>
              <a:t>MySQL</a:t>
            </a:r>
            <a:endParaRPr lang="ru-RU" dirty="0" smtClean="0"/>
          </a:p>
          <a:p>
            <a:pPr lvl="2"/>
            <a:r>
              <a:rPr lang="ru-RU" dirty="0"/>
              <a:t>Создание пары ключей с помощью команды </a:t>
            </a:r>
            <a:r>
              <a:rPr lang="ru-RU" dirty="0" err="1" smtClean="0"/>
              <a:t>ssh-keygen</a:t>
            </a:r>
            <a:endParaRPr lang="ru-RU" dirty="0" smtClean="0"/>
          </a:p>
          <a:p>
            <a:pPr lvl="2"/>
            <a:r>
              <a:rPr lang="ru-RU" dirty="0"/>
              <a:t>Создание клиентской виртуальной </a:t>
            </a:r>
            <a:r>
              <a:rPr lang="ru-RU" dirty="0" smtClean="0"/>
              <a:t>машины</a:t>
            </a:r>
          </a:p>
          <a:p>
            <a:pPr lvl="2"/>
            <a:r>
              <a:rPr lang="ru-RU" dirty="0"/>
              <a:t>Подключение к базе данных </a:t>
            </a:r>
            <a:r>
              <a:rPr lang="ru-RU" dirty="0" err="1"/>
              <a:t>MySQL</a:t>
            </a:r>
            <a:r>
              <a:rPr lang="ru-RU" dirty="0"/>
              <a:t> из окна терминальной </a:t>
            </a:r>
          </a:p>
          <a:p>
            <a:pPr lvl="2"/>
            <a:r>
              <a:rPr lang="ru-RU" dirty="0"/>
              <a:t>системы</a:t>
            </a:r>
          </a:p>
          <a:p>
            <a:pPr marL="685800" lvl="2" indent="0">
              <a:buNone/>
            </a:pPr>
            <a:endParaRPr lang="ru-RU" dirty="0"/>
          </a:p>
          <a:p>
            <a:pPr lvl="2"/>
            <a:endParaRPr lang="ru-RU" dirty="0" smtClean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ru-RU" dirty="0" smtClean="0"/>
          </a:p>
          <a:p>
            <a:pPr lvl="2"/>
            <a:endParaRPr lang="ru-RU" dirty="0" smtClean="0"/>
          </a:p>
          <a:p>
            <a:pPr lvl="2"/>
            <a:endParaRPr lang="ru-RU" dirty="0" smtClean="0"/>
          </a:p>
          <a:p>
            <a:pPr lvl="2"/>
            <a:endParaRPr lang="ru-RU" dirty="0" smtClean="0"/>
          </a:p>
          <a:p>
            <a:pPr lvl="2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7457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Регистрация в </a:t>
            </a:r>
            <a:r>
              <a:rPr lang="ru-RU" dirty="0" smtClean="0"/>
              <a:t>службе </a:t>
            </a:r>
            <a:r>
              <a:rPr lang="ru-RU" dirty="0"/>
              <a:t>облачных </a:t>
            </a:r>
            <a:r>
              <a:rPr lang="ru-RU" dirty="0" smtClean="0"/>
              <a:t>вычислений </a:t>
            </a:r>
            <a:r>
              <a:rPr lang="en-US" dirty="0" smtClean="0"/>
              <a:t>Oracle Cloud</a:t>
            </a:r>
          </a:p>
          <a:p>
            <a:r>
              <a:rPr lang="ru-RU" dirty="0" smtClean="0"/>
              <a:t>Создание системы БД </a:t>
            </a:r>
            <a:r>
              <a:rPr lang="en-US" dirty="0" smtClean="0"/>
              <a:t>MySQL</a:t>
            </a:r>
            <a:r>
              <a:rPr lang="ru-RU" dirty="0" smtClean="0"/>
              <a:t> в </a:t>
            </a:r>
            <a:r>
              <a:rPr lang="en-US" dirty="0"/>
              <a:t>Oracle Cloud</a:t>
            </a:r>
          </a:p>
          <a:p>
            <a:r>
              <a:rPr lang="ru-RU" dirty="0" smtClean="0"/>
              <a:t>Подключение </a:t>
            </a:r>
            <a:r>
              <a:rPr lang="ru-RU" dirty="0"/>
              <a:t>к </a:t>
            </a:r>
            <a:r>
              <a:rPr lang="ru-RU" dirty="0" smtClean="0"/>
              <a:t>базе </a:t>
            </a:r>
            <a:r>
              <a:rPr lang="ru-RU" dirty="0"/>
              <a:t>данных </a:t>
            </a:r>
            <a:r>
              <a:rPr lang="ru-RU" dirty="0" err="1" smtClean="0"/>
              <a:t>MySQL</a:t>
            </a:r>
            <a:r>
              <a:rPr lang="ru-RU" dirty="0"/>
              <a:t> и</a:t>
            </a:r>
            <a:r>
              <a:rPr lang="ru-RU" dirty="0" smtClean="0"/>
              <a:t>з </a:t>
            </a:r>
            <a:r>
              <a:rPr lang="ru-RU" dirty="0"/>
              <a:t>окна терминала </a:t>
            </a:r>
            <a:r>
              <a:rPr lang="ru-RU" dirty="0" smtClean="0"/>
              <a:t>локальной системы</a:t>
            </a:r>
          </a:p>
          <a:p>
            <a:r>
              <a:rPr lang="ru-RU" dirty="0" smtClean="0"/>
              <a:t>Подключение к БД </a:t>
            </a:r>
            <a:r>
              <a:rPr lang="en-US" dirty="0"/>
              <a:t>MySQL </a:t>
            </a:r>
            <a:r>
              <a:rPr lang="ru-RU" dirty="0" smtClean="0"/>
              <a:t>из </a:t>
            </a:r>
            <a:r>
              <a:rPr lang="en-US" dirty="0" smtClean="0"/>
              <a:t>Python</a:t>
            </a:r>
          </a:p>
          <a:p>
            <a:r>
              <a:rPr lang="ru-RU" dirty="0" smtClean="0"/>
              <a:t>Запись данных в БД из </a:t>
            </a:r>
            <a:r>
              <a:rPr lang="en-US" dirty="0" smtClean="0"/>
              <a:t>CSV </a:t>
            </a:r>
            <a:r>
              <a:rPr lang="ru-RU" dirty="0" smtClean="0"/>
              <a:t>файла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821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Методы и способы решения поставленных задач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4283" y="1824586"/>
            <a:ext cx="8229600" cy="4373563"/>
          </a:xfrm>
        </p:spPr>
        <p:txBody>
          <a:bodyPr/>
          <a:lstStyle/>
          <a:p>
            <a:pPr marL="114300" indent="0">
              <a:buNone/>
            </a:pPr>
            <a:r>
              <a:rPr lang="ru-RU" dirty="0" smtClean="0"/>
              <a:t>Регистрация в </a:t>
            </a:r>
            <a:r>
              <a:rPr lang="ru-RU" dirty="0"/>
              <a:t>службе облачных вычислений </a:t>
            </a:r>
            <a:r>
              <a:rPr lang="ru-RU" dirty="0" err="1"/>
              <a:t>Oracle</a:t>
            </a:r>
            <a:r>
              <a:rPr lang="ru-RU" dirty="0"/>
              <a:t> </a:t>
            </a:r>
            <a:r>
              <a:rPr lang="ru-RU" dirty="0" err="1" smtClean="0"/>
              <a:t>Cloud</a:t>
            </a:r>
            <a:endParaRPr lang="ru-RU" dirty="0" smtClean="0"/>
          </a:p>
          <a:p>
            <a:pPr marL="11430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4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083" y="2996952"/>
            <a:ext cx="60960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049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5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1011374" y="731941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Запуск системы обслуживания баз данных </a:t>
            </a:r>
            <a:r>
              <a:rPr lang="ru-RU" sz="2400" dirty="0" err="1" smtClean="0"/>
              <a:t>MySQL</a:t>
            </a:r>
            <a:endParaRPr lang="ru-RU" sz="240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815" y="2420888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422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6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755576" y="404664"/>
            <a:ext cx="3397084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STEP </a:t>
            </a:r>
            <a:r>
              <a:rPr lang="ru-RU" dirty="0"/>
              <a:t>1</a:t>
            </a:r>
            <a:r>
              <a:rPr lang="en-US" dirty="0" smtClean="0"/>
              <a:t>:</a:t>
            </a:r>
            <a:r>
              <a:rPr lang="ru-RU" dirty="0" smtClean="0"/>
              <a:t> Создание отделения</a:t>
            </a:r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en-US" dirty="0" smtClean="0"/>
              <a:t>STEP </a:t>
            </a:r>
            <a:r>
              <a:rPr lang="ru-RU" dirty="0" smtClean="0"/>
              <a:t>2</a:t>
            </a:r>
            <a:r>
              <a:rPr lang="en-US" dirty="0" smtClean="0"/>
              <a:t>:</a:t>
            </a:r>
            <a:r>
              <a:rPr lang="ru-RU" dirty="0" smtClean="0"/>
              <a:t> Создание политик</a:t>
            </a:r>
            <a:endParaRPr lang="en-US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877282"/>
            <a:ext cx="8928992" cy="282129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4097983"/>
            <a:ext cx="6480720" cy="228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887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7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83568" y="404664"/>
            <a:ext cx="69124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STEP 3: Создание виртуальных облачных сетей и подсетей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23" y="1206413"/>
            <a:ext cx="8928992" cy="366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115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8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83568" y="404664"/>
            <a:ext cx="4435830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STEP 4: Создание системы БД </a:t>
            </a:r>
            <a:r>
              <a:rPr lang="ru-RU" dirty="0" err="1" smtClean="0"/>
              <a:t>MySQL</a:t>
            </a:r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124744"/>
            <a:ext cx="8928992" cy="412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86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9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11560" y="404664"/>
            <a:ext cx="7587333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STEP 5: </a:t>
            </a:r>
            <a:r>
              <a:rPr lang="ru-RU" dirty="0" smtClean="0"/>
              <a:t>Создание пары ключей с помощью команды </a:t>
            </a:r>
            <a:r>
              <a:rPr lang="en-US" dirty="0" err="1" smtClean="0"/>
              <a:t>ssh-keygen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ru-RU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052736"/>
            <a:ext cx="7632848" cy="420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681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10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20589" y="440668"/>
            <a:ext cx="6114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STEP 6: Создание клиентской виртуальной машины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052736"/>
            <a:ext cx="8928992" cy="402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597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11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11560" y="418424"/>
            <a:ext cx="7840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/>
              <a:t>STEP 7: Подключение к базе данных </a:t>
            </a:r>
            <a:r>
              <a:rPr lang="ru-RU" dirty="0" err="1" smtClean="0"/>
              <a:t>MySQL</a:t>
            </a:r>
            <a:r>
              <a:rPr lang="ru-RU" dirty="0" smtClean="0"/>
              <a:t> из окна терминальной </a:t>
            </a:r>
          </a:p>
          <a:p>
            <a:pPr algn="ctr"/>
            <a:r>
              <a:rPr lang="ru-RU" dirty="0" smtClean="0"/>
              <a:t>системы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59" y="1556792"/>
            <a:ext cx="7618141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772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Подключение к БД </a:t>
            </a:r>
            <a:r>
              <a:rPr lang="ru-RU" dirty="0" err="1"/>
              <a:t>MySQL</a:t>
            </a:r>
            <a:r>
              <a:rPr lang="ru-RU" dirty="0"/>
              <a:t>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из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12</a:t>
            </a:fld>
            <a:endParaRPr lang="ru-RU"/>
          </a:p>
        </p:txBody>
      </p:sp>
      <p:pic>
        <p:nvPicPr>
          <p:cNvPr id="13" name="Объект 1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1340768"/>
            <a:ext cx="4104456" cy="1368152"/>
          </a:xfrm>
        </p:spPr>
      </p:pic>
    </p:spTree>
    <p:extLst>
      <p:ext uri="{BB962C8B-B14F-4D97-AF65-F5344CB8AC3E}">
        <p14:creationId xmlns:p14="http://schemas.microsoft.com/office/powerpoint/2010/main" val="966224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Запись данных в БД из </a:t>
            </a:r>
            <a:r>
              <a:rPr lang="ru-RU"/>
              <a:t>CSV </a:t>
            </a:r>
            <a:r>
              <a:rPr lang="ru-RU" smtClean="0"/>
              <a:t>файла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BB5F-2246-44D4-985C-BA03104D7D9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2800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тека">
  <a:themeElements>
    <a:clrScheme name="Аптека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Аптека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Аптека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81</TotalTime>
  <Words>207</Words>
  <Application>Microsoft Office PowerPoint</Application>
  <PresentationFormat>Экран (4:3)</PresentationFormat>
  <Paragraphs>105</Paragraphs>
  <Slides>13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Аптека</vt:lpstr>
      <vt:lpstr>Семестровый проект  тема: Подключение к БД MySQL из Python и запись данных в БД из CSV файла</vt:lpstr>
      <vt:lpstr>содержание</vt:lpstr>
      <vt:lpstr>Задание</vt:lpstr>
      <vt:lpstr>Методы и способы решения поставленных задач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Подключение к БД MySQL  из</vt:lpstr>
      <vt:lpstr>Запись данных в БД из CSV файла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8</cp:revision>
  <dcterms:created xsi:type="dcterms:W3CDTF">2020-11-27T14:36:52Z</dcterms:created>
  <dcterms:modified xsi:type="dcterms:W3CDTF">2020-11-27T15:58:01Z</dcterms:modified>
</cp:coreProperties>
</file>